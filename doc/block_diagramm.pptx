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A33DBF-48DC-24A1-D31D-2B79B30DE4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D0A716A-807E-79E0-F3A7-DDD7413CC4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2B0E26-5A46-5605-03F7-03C4D8546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E8BD-78F7-4E8E-8F14-EC1199454D2A}" type="datetimeFigureOut">
              <a:rPr lang="de-DE" smtClean="0"/>
              <a:t>17.05.2026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E8861E-A66F-6697-B6B5-F5CA2A94C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BE4C2D-F9A9-664A-DE33-045C68194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B9C6-9ED7-4506-BCC7-E718EE6453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5900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100444-C171-AD33-540A-C11EF6FCE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D3251E-6C79-7CDE-93CF-59EE922F3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E66BC5-3491-20CE-F8D8-60E704537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E8BD-78F7-4E8E-8F14-EC1199454D2A}" type="datetimeFigureOut">
              <a:rPr lang="de-DE" smtClean="0"/>
              <a:t>17.05.2026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B18A2D5-AB54-CC0D-3D01-062EB4BB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D91D22-067C-3FD3-B253-C03F144FB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B9C6-9ED7-4506-BCC7-E718EE6453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8081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334E5F-9179-D481-B4CC-8A2710857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2DCCD9-3C70-CD45-B11A-A0C8C9882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B9EA91-5B57-A8DF-7C6F-0A9649016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E8BD-78F7-4E8E-8F14-EC1199454D2A}" type="datetimeFigureOut">
              <a:rPr lang="de-DE" smtClean="0"/>
              <a:t>17.05.2026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DBFB28-A7D0-7A6A-1707-54B647FC1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D34C5E-AEDE-DA39-97CC-8F272A890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B9C6-9ED7-4506-BCC7-E718EE6453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122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8F0BBD-4706-AD18-1A11-792464EDD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3DD091-F79D-26E3-21AD-52C5A822BE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E626681-5603-DAEF-4A6D-82CDAB9D8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46D830D-19CE-2B9A-FB3A-5A5B65E28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E8BD-78F7-4E8E-8F14-EC1199454D2A}" type="datetimeFigureOut">
              <a:rPr lang="de-DE" smtClean="0"/>
              <a:t>17.05.2026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2FC59CC-DCD9-62E9-B3A7-ABC808B6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FE64BD-98DA-3F42-99F6-66705FFDF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B9C6-9ED7-4506-BCC7-E718EE6453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6174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7BA799-8C9B-3151-A99A-A4A9D8F52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1AF74D9-F001-42F4-469B-ECCD7AD95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AD053A3-75E8-A9E6-EBBF-298415CC4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7368C4E-4EAB-3958-EC76-398D857DAA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B799AD-AD12-6685-92D7-3602567A68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B54C2CF-5136-517C-912A-C727019A4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E8BD-78F7-4E8E-8F14-EC1199454D2A}" type="datetimeFigureOut">
              <a:rPr lang="de-DE" smtClean="0"/>
              <a:t>17.05.2026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6697481-1662-1073-57CC-C418DB9B4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1ADE2CF-107E-0947-0C9E-AC33B99A5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B9C6-9ED7-4506-BCC7-E718EE6453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4949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9189BA-816E-F247-5852-F2482727F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52B250B-1E79-7C0C-506E-6178BC5EA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E8BD-78F7-4E8E-8F14-EC1199454D2A}" type="datetimeFigureOut">
              <a:rPr lang="de-DE" smtClean="0"/>
              <a:t>17.05.2026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384DF7B-A4CA-D40F-93ED-1D7934746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F6D4E1C-2561-26AE-FA1E-FDCE7BED3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B9C6-9ED7-4506-BCC7-E718EE6453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01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5D756F1-0C39-6317-0D39-61DAFE2E1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E8BD-78F7-4E8E-8F14-EC1199454D2A}" type="datetimeFigureOut">
              <a:rPr lang="de-DE" smtClean="0"/>
              <a:t>17.05.2026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FBEDA2D-1217-5F03-D44A-893538AC0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F554F43-0185-BD66-CDC1-DBDF09B45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B9C6-9ED7-4506-BCC7-E718EE6453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6297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0EE26A-51E3-1411-75EE-B46106D13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51CA3C-5CD7-2945-9B7F-53A1EC8CC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5431925-77D8-13F2-8B0A-A1C690E86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04D47F7-1709-7408-6ADC-FD02DDB8E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E8BD-78F7-4E8E-8F14-EC1199454D2A}" type="datetimeFigureOut">
              <a:rPr lang="de-DE" smtClean="0"/>
              <a:t>17.05.2026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C8D00EE-75F2-87EE-8451-C65FCFF69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B54285C-1BA9-1A8A-625F-E5A0A2AED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B9C6-9ED7-4506-BCC7-E718EE6453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255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595380-55DE-28A6-AB08-7C3715FEA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BDDF2AB-D473-DA29-944D-A51E1569F3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2B5BA46-4ABF-4B24-5691-E9B5B1166E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E6993E5-3590-87EF-4CAC-D3ECF240F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E8BD-78F7-4E8E-8F14-EC1199454D2A}" type="datetimeFigureOut">
              <a:rPr lang="de-DE" smtClean="0"/>
              <a:t>17.05.2026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0B8F75D-7BA4-4400-AAF4-1DDE5FA0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20C54A7-09F4-6ADE-1200-4EF5BEBAB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B9C6-9ED7-4506-BCC7-E718EE6453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3644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0EB165-06B4-00D3-7F11-21B919F12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9D5779F-4D7B-D211-4FE4-C6032E8C9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041DEE-DFAF-C3BF-5C6E-F72CFAC8B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E8BD-78F7-4E8E-8F14-EC1199454D2A}" type="datetimeFigureOut">
              <a:rPr lang="de-DE" smtClean="0"/>
              <a:t>17.05.2026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CA05FB-1171-CECB-A016-6BAE65E10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D86632-C7A3-6A5F-CA3F-22E6A7E88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B9C6-9ED7-4506-BCC7-E718EE6453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8634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CA40D0C-8DC1-7D23-C0BA-5862A9BCC9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9A4AF1B-1B00-AAEB-E693-1A18DDE70F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807CE9-4456-707C-3A3E-3BAB92CD2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CE8BD-78F7-4E8E-8F14-EC1199454D2A}" type="datetimeFigureOut">
              <a:rPr lang="de-DE" smtClean="0"/>
              <a:t>17.05.2026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3888801-9D64-5999-5E4D-71C8346DE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AE28FA-A857-6834-CC18-926D5001C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7B9C6-9ED7-4506-BCC7-E718EE6453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6645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EA1191D-405C-3350-4E40-E494A30B3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95C3DBD-FABF-520B-141D-F8A542916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110F72-086A-76AD-99A7-2BB9E6E381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CE8BD-78F7-4E8E-8F14-EC1199454D2A}" type="datetimeFigureOut">
              <a:rPr lang="de-DE" smtClean="0"/>
              <a:t>17.05.2026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732E48-7258-1419-A65B-CCB1B6A979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FD93F4-093A-DC2D-5F57-2D592C391E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7B9C6-9ED7-4506-BCC7-E718EE6453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4117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fik 25">
            <a:extLst>
              <a:ext uri="{FF2B5EF4-FFF2-40B4-BE49-F238E27FC236}">
                <a16:creationId xmlns:a16="http://schemas.microsoft.com/office/drawing/2014/main" id="{698F12FD-F6D2-CAB6-007C-FA611DC487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2990" y="3971631"/>
            <a:ext cx="1188195" cy="1188195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23F62DF8-AE8B-0309-3C7F-7F1229D91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00000">
            <a:off x="6602667" y="2877077"/>
            <a:ext cx="1188195" cy="1188195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46FB2DFB-BAA6-B142-53AC-C29D85D230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100000">
            <a:off x="3041417" y="2830432"/>
            <a:ext cx="1188195" cy="1188195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7B6728F4-D853-7C55-56F3-B52E1C320ECF}"/>
              </a:ext>
            </a:extLst>
          </p:cNvPr>
          <p:cNvSpPr/>
          <p:nvPr/>
        </p:nvSpPr>
        <p:spPr>
          <a:xfrm>
            <a:off x="2608731" y="950992"/>
            <a:ext cx="1264024" cy="18556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ESP32-C6</a:t>
            </a:r>
          </a:p>
          <a:p>
            <a:pPr algn="ctr"/>
            <a:r>
              <a:rPr lang="de-DE" dirty="0"/>
              <a:t>LCD </a:t>
            </a:r>
            <a:r>
              <a:rPr lang="de-DE" dirty="0" err="1"/>
              <a:t>node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258ADF0-4971-626A-70BE-4DDADC81B55D}"/>
              </a:ext>
            </a:extLst>
          </p:cNvPr>
          <p:cNvSpPr/>
          <p:nvPr/>
        </p:nvSpPr>
        <p:spPr>
          <a:xfrm>
            <a:off x="6884893" y="950991"/>
            <a:ext cx="1264024" cy="18556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ESP32-C6</a:t>
            </a:r>
          </a:p>
          <a:p>
            <a:pPr algn="ctr"/>
            <a:r>
              <a:rPr lang="de-DE" dirty="0"/>
              <a:t>BME </a:t>
            </a:r>
            <a:r>
              <a:rPr lang="de-DE" dirty="0" err="1"/>
              <a:t>node</a:t>
            </a:r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3E8E6D1-186A-DDA7-00D6-874D2F0250B4}"/>
              </a:ext>
            </a:extLst>
          </p:cNvPr>
          <p:cNvSpPr/>
          <p:nvPr/>
        </p:nvSpPr>
        <p:spPr>
          <a:xfrm>
            <a:off x="9197787" y="1544494"/>
            <a:ext cx="1102659" cy="672353"/>
          </a:xfrm>
          <a:prstGeom prst="rect">
            <a:avLst/>
          </a:prstGeom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BME280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F70B9EF-28DC-A071-D58C-2FBF743857D0}"/>
              </a:ext>
            </a:extLst>
          </p:cNvPr>
          <p:cNvSpPr/>
          <p:nvPr/>
        </p:nvSpPr>
        <p:spPr>
          <a:xfrm>
            <a:off x="614083" y="1188555"/>
            <a:ext cx="1062318" cy="13805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ILI9341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92E5E4B7-E94E-20B0-243D-D378D64A9F03}"/>
              </a:ext>
            </a:extLst>
          </p:cNvPr>
          <p:cNvCxnSpPr>
            <a:stCxn id="7" idx="3"/>
            <a:endCxn id="4" idx="1"/>
          </p:cNvCxnSpPr>
          <p:nvPr/>
        </p:nvCxnSpPr>
        <p:spPr>
          <a:xfrm>
            <a:off x="1676401" y="1878838"/>
            <a:ext cx="93233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2F393C11-6B5A-9172-EBF3-D64A12AE3CF4}"/>
              </a:ext>
            </a:extLst>
          </p:cNvPr>
          <p:cNvSpPr txBox="1"/>
          <p:nvPr/>
        </p:nvSpPr>
        <p:spPr>
          <a:xfrm>
            <a:off x="1909169" y="146029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SPI</a:t>
            </a: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1C810E81-B1A4-C027-3060-B48001A9B4BB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8148917" y="1878839"/>
            <a:ext cx="1048870" cy="18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5D57D56A-618F-6A2F-14C0-8CC93A57D504}"/>
              </a:ext>
            </a:extLst>
          </p:cNvPr>
          <p:cNvSpPr txBox="1"/>
          <p:nvPr/>
        </p:nvSpPr>
        <p:spPr>
          <a:xfrm>
            <a:off x="8431940" y="1444399"/>
            <a:ext cx="48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I2C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B816C0E0-66C5-AAED-6888-E891177D0FF1}"/>
              </a:ext>
            </a:extLst>
          </p:cNvPr>
          <p:cNvSpPr/>
          <p:nvPr/>
        </p:nvSpPr>
        <p:spPr>
          <a:xfrm>
            <a:off x="2911151" y="2569121"/>
            <a:ext cx="709127" cy="388685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ECFB721-9774-6283-0377-5D490A733961}"/>
              </a:ext>
            </a:extLst>
          </p:cNvPr>
          <p:cNvSpPr/>
          <p:nvPr/>
        </p:nvSpPr>
        <p:spPr>
          <a:xfrm>
            <a:off x="7162341" y="2612343"/>
            <a:ext cx="709127" cy="388685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89F85B96-81C6-F647-A6EE-F084EDD830F0}"/>
              </a:ext>
            </a:extLst>
          </p:cNvPr>
          <p:cNvSpPr/>
          <p:nvPr/>
        </p:nvSpPr>
        <p:spPr>
          <a:xfrm>
            <a:off x="5355771" y="4991873"/>
            <a:ext cx="102635" cy="6251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3A2C5D5-2323-9289-3CAB-C6424EF21969}"/>
              </a:ext>
            </a:extLst>
          </p:cNvPr>
          <p:cNvSpPr/>
          <p:nvPr/>
        </p:nvSpPr>
        <p:spPr>
          <a:xfrm>
            <a:off x="4096690" y="5299939"/>
            <a:ext cx="2595800" cy="11470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Router</a:t>
            </a:r>
          </a:p>
        </p:txBody>
      </p:sp>
    </p:spTree>
    <p:extLst>
      <p:ext uri="{BB962C8B-B14F-4D97-AF65-F5344CB8AC3E}">
        <p14:creationId xmlns:p14="http://schemas.microsoft.com/office/powerpoint/2010/main" val="1116526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Breitbild</PresentationFormat>
  <Paragraphs>9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Nikolai Baschinski</dc:creator>
  <cp:lastModifiedBy>Nikolai Baschinski</cp:lastModifiedBy>
  <cp:revision>1</cp:revision>
  <dcterms:created xsi:type="dcterms:W3CDTF">2026-05-17T14:31:16Z</dcterms:created>
  <dcterms:modified xsi:type="dcterms:W3CDTF">2026-05-17T14:32:08Z</dcterms:modified>
</cp:coreProperties>
</file>